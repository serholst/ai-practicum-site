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0"/>
            <a:ext cx="457200" cy="45720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12480"/>
            <a:ext cx="457200" cy="45720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8229600"/>
            <a:ext cx="548640" cy="54864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548640"/>
            <a:ext cx="320040" cy="32004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7315200"/>
            <a:ext cx="320040" cy="32004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114800"/>
            <a:ext cx="365760" cy="36576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657600"/>
            <a:ext cx="411480" cy="411480"/>
          </a:xfrm>
          <a:prstGeom prst="diamond">
            <a:avLst/>
          </a:prstGeom>
          <a:solidFill>
            <a:srgbClr val="EDEBE6"/>
          </a:solidFill>
          <a:ln/>
        </p:spPr>
      </p:sp>
      <p:sp>
        <p:nvSpPr>
          <p:cNvPr id="10" name="Shape 8"/>
          <p:cNvSpPr/>
          <p:nvPr/>
        </p:nvSpPr>
        <p:spPr>
          <a:xfrm rot="900000">
            <a:off x="1097280" y="274320"/>
            <a:ext cx="228600" cy="228600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1" name="Shape 9"/>
          <p:cNvSpPr/>
          <p:nvPr/>
        </p:nvSpPr>
        <p:spPr>
          <a:xfrm rot="900000">
            <a:off x="8046720" y="1645920"/>
            <a:ext cx="182880" cy="182880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2" name="Shape 10"/>
          <p:cNvSpPr/>
          <p:nvPr/>
        </p:nvSpPr>
        <p:spPr>
          <a:xfrm rot="900000">
            <a:off x="365760" y="5486400"/>
            <a:ext cx="182880" cy="182880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3" name="Shape 11"/>
          <p:cNvSpPr/>
          <p:nvPr/>
        </p:nvSpPr>
        <p:spPr>
          <a:xfrm rot="900000">
            <a:off x="8412480" y="5943600"/>
            <a:ext cx="182880" cy="182880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4" name="Shape 12"/>
          <p:cNvSpPr/>
          <p:nvPr/>
        </p:nvSpPr>
        <p:spPr>
          <a:xfrm rot="900000">
            <a:off x="7132320" y="8503920"/>
            <a:ext cx="182880" cy="182880"/>
          </a:xfrm>
          <a:prstGeom prst="rect">
            <a:avLst/>
          </a:prstGeom>
          <a:solidFill>
            <a:srgbClr val="EDEBE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Практикум: создание персональной AI-команды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занятий  ·  3 недели  ·  онлайн</a:t>
            </a:r>
            <a:endParaRPr lang="en-US" sz="1800" dirty="0"/>
          </a:p>
        </p:txBody>
      </p:sp>
      <p:pic>
        <p:nvPicPr>
          <p:cNvPr id="17" name="Image 0" descr="/Users/sergopro/Documents/Projects/ai-practicum-site/img/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3657600" cy="4389120"/>
          </a:xfrm>
          <a:prstGeom prst="ellipse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263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Холстов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" y="6675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ИТ-архитектор  ·  Автор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7040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@Holstenero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1828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навыков программирования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только доступ к AI-сервису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54880" y="32004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4A6B7C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урок — 12 апреля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Записаться: @Serholst_bot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46634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Сегодня ты можешь создать то,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год назад требовало целой команды.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раньше разберёшься — тем больше успеешь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построить, пока остальные разбираются.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4320" y="786384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B873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подписчиков Стартап-Чайхана сервер на 1 месяц бесплатно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2026-04-02T19:17:35Z</dcterms:created>
  <dcterms:modified xsi:type="dcterms:W3CDTF">2026-04-02T19:17:35Z</dcterms:modified>
</cp:coreProperties>
</file>